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"/>
            <a:ext cx="2286000" cy="4928616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57200"/>
            <a:ext cx="73152" cy="4114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914400"/>
            <a:ext cx="73152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371600"/>
            <a:ext cx="73152" cy="22860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GranTietê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da Computação  |  Teoria da Computação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59436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— Conceitos Fundamentais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943600" cy="13716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Me. José Antonio Gallo Junior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— Fevereiro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da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 Cadeia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sequência de símbolos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5486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00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 (Σ)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finito de símbolos permitidos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46120"/>
            <a:ext cx="5486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472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319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Σ* e Cadeia Vazia (ε)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strings possíveis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051560"/>
            <a:ext cx="54864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252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1124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(L)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1508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de Σ* — strings aceitas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148840"/>
            <a:ext cx="54864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500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Linguagens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União, Concatenação e Kleene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 Alfabeto (Σ)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finita de símbolos</a:t>
            </a:r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Exemplos: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16459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"0101"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6459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0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16459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"casa"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730752"/>
            <a:ext cx="164592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"abba"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767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comprimento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 (Σ)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572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finito de símbolos permitidos. O "teclado" aceito.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176272"/>
            <a:ext cx="3749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{0, 1}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9504"/>
            <a:ext cx="3749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{a, b}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19472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símbolos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602736"/>
            <a:ext cx="3749040" cy="53035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39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{a,b,c,...,z}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19472" y="3913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 latino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315968"/>
            <a:ext cx="3749040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Σ = símbolos   ≠   Σ* = strings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Vazia (ε) e Σ* (Sigma Estrela)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9202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(épsilon)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cadeia com zero símbolos. Comprimento |ε| = 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74904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∈ Σ*    mas    ε ∉ 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91440" cy="1920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Σ* (Sigma Estrela)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cadeias finitas possíveis com Σ, incluindo ε.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299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Σ = {a,b}: Σ* = {ε, a, b, aa, ab, ba, bb, aaa, ...}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— Strings por tamanho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196596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84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|w| = 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502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3547872"/>
            <a:ext cx="1965960" cy="1097280"/>
          </a:xfrm>
          <a:prstGeom prst="rect">
            <a:avLst/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3584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|w| =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87752" y="39502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26864" y="3547872"/>
            <a:ext cx="196596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3584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|w| =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72584" y="39502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aa, ab, ba, bb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11696" y="3547872"/>
            <a:ext cx="1965960" cy="1097280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584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|w| =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57416" y="39502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aaa, aab, aba, ...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(L)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 Uma linguagem é um subconjunto de Σ*  →  L ⊆ Σ*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quais strings de Σ* são válidas para aquele contexto.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8412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514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Σ = {0,1}   →   L = { w ∈ Σ* | w termina com 1 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Pertencem a 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749808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44752" y="3364992"/>
            <a:ext cx="749808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40864" y="3364992"/>
            <a:ext cx="749808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36976" y="3364992"/>
            <a:ext cx="749808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657600" cy="320040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Não pertencem a 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364992"/>
            <a:ext cx="749808" cy="475488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50992" y="3364992"/>
            <a:ext cx="749808" cy="475488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47104" y="3364992"/>
            <a:ext cx="749808" cy="475488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43216" y="3364992"/>
            <a:ext cx="749808" cy="475488"/>
          </a:xfrm>
          <a:prstGeom prst="rect">
            <a:avLst/>
          </a:prstGeom>
          <a:solidFill>
            <a:srgbClr val="FEECEC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3216" y="3401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841248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D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Sempre pergunte quais strings sao aceitas e quais sao rejeitadas?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Linguagens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1627632"/>
            <a:ext cx="2542032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642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 ∪ L₂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que estão em L₁ OU em L₂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560320" cy="25603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8803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154680"/>
            <a:ext cx="2542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L₁={"a","ab"}, L₂={"b","bb"}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L₁∪L₂={"a","ab","b","bb"}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5848" y="1627632"/>
            <a:ext cx="2542032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6642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L₁L₂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221284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Grudar uma string de L₁ com uma de L₂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2880360"/>
            <a:ext cx="2560320" cy="25603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8803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3154680"/>
            <a:ext cx="2542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"a"+"b"="ab"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"a"+"bb"="abb"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"ab"+"bb"="abbb"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 de Kleene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6208" y="1627632"/>
            <a:ext cx="2542032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6642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L*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36208" y="221284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strings de L zero ou mais vezes (inclui ε)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560320" cy="256032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8803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6208" y="3154680"/>
            <a:ext cx="2542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L={"ab"}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L*={ε,"ab","abab","ababab",...}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Erros Comuns — Fique Atento!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078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não é símbolo do alfabeto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∈ Σ*  mas  ε ∉ Σ  (é uma string vazia, não um símbolo)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19656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 ≠ 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167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 não aceita nenhuma string;  ε aceita exatamente a string vazia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≠ Σ*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2962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conjunto de símbolos;  Σ* = conjunto de strings (inclui ε)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10712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34655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não é comutativa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3758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"ab" ≠ "ba" — em geral L₁L₂ ≠ L₂L₁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3840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" y="4261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01* ≠ (01)*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" y="4553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01* = 0 seguido de vários 1;  (01)* = repetições do bloco "01"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Aula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229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09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finito de símbolos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8229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877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finita de símbolos de 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75304"/>
            <a:ext cx="82296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66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vazia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507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com comprimento zero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8229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Σ*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strings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1709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gerado pelo alfabeto, inclui 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04872"/>
            <a:ext cx="8229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877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2496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69280" y="2880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subconjunto L ⊆ Σ*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023360" cy="100584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75304"/>
            <a:ext cx="82296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0" y="3666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40507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 ∪ ,  Concatenação ,  Estrela *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Linguagens Formais - Aula 1</dc:title>
  <dc:subject>PptxGenJS Presentation</dc:subject>
  <dc:creator>PptxGenJS</dc:creator>
  <cp:lastModifiedBy>PptxGenJS</cp:lastModifiedBy>
  <cp:revision>1</cp:revision>
  <dcterms:created xsi:type="dcterms:W3CDTF">2026-02-23T19:17:03Z</dcterms:created>
  <dcterms:modified xsi:type="dcterms:W3CDTF">2026-02-23T19:17:03Z</dcterms:modified>
</cp:coreProperties>
</file>